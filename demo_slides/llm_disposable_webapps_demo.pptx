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6" r:id="rId5"/>
    <p:sldId id="275" r:id="rId6"/>
    <p:sldId id="259" r:id="rId7"/>
    <p:sldId id="260" r:id="rId8"/>
    <p:sldId id="261" r:id="rId9"/>
    <p:sldId id="262" r:id="rId10"/>
    <p:sldId id="270" r:id="rId11"/>
    <p:sldId id="271" r:id="rId12"/>
    <p:sldId id="263" r:id="rId13"/>
    <p:sldId id="264" r:id="rId14"/>
    <p:sldId id="265" r:id="rId15"/>
    <p:sldId id="276" r:id="rId16"/>
    <p:sldId id="273" r:id="rId17"/>
    <p:sldId id="274" r:id="rId18"/>
    <p:sldId id="272" r:id="rId19"/>
    <p:sldId id="267" r:id="rId20"/>
    <p:sldId id="268" r:id="rId21"/>
    <p:sldId id="269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978"/>
    <p:restoredTop sz="94795"/>
  </p:normalViewPr>
  <p:slideViewPr>
    <p:cSldViewPr snapToGrid="0" snapToObjects="1">
      <p:cViewPr varScale="1">
        <p:scale>
          <a:sx n="120" d="100"/>
          <a:sy n="120" d="100"/>
        </p:scale>
        <p:origin x="2112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Disposable Web Apps with LLMs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Tiny, task-specific U</a:t>
            </a:r>
            <a:r>
              <a:rPr lang="en-US" dirty="0"/>
              <a:t>I</a:t>
            </a:r>
            <a:r>
              <a:rPr dirty="0"/>
              <a:t>s</a:t>
            </a:r>
            <a:r>
              <a:rPr lang="en-US" dirty="0"/>
              <a:t>. Customized for your data and needs.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LLMs unlock new human capabilities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lang="en-US" dirty="0"/>
              <a:t>Automation of existing tasks</a:t>
            </a:r>
          </a:p>
          <a:p>
            <a:r>
              <a:rPr lang="en-US" dirty="0"/>
              <a:t>Enabling new types of tasks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”Disposable” webapps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Tiny, task-specific pages that wrap your data</a:t>
            </a:r>
          </a:p>
          <a:p>
            <a:r>
              <a:rPr lang="en-US" dirty="0"/>
              <a:t>Extremely fast to build with modern AI tools </a:t>
            </a:r>
          </a:p>
          <a:p>
            <a:r>
              <a:rPr lang="en-US" dirty="0"/>
              <a:t>No expertise in web development needed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Disclaimer: sensitive data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Always use your HBS ChatGPT account</a:t>
            </a:r>
          </a:p>
          <a:p>
            <a:r>
              <a:rPr lang="en-US" dirty="0"/>
              <a:t>Consult people like Matt </a:t>
            </a:r>
            <a:r>
              <a:rPr lang="en-US" dirty="0" err="1"/>
              <a:t>Nemesure</a:t>
            </a:r>
            <a:r>
              <a:rPr lang="en-US" dirty="0"/>
              <a:t> to ensure you are handling sensitive data properly</a:t>
            </a:r>
          </a:p>
          <a:p>
            <a:r>
              <a:rPr lang="en-US" dirty="0"/>
              <a:t>All data used in these slides are synthetic and for demonstration purposes.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7DDA67-0267-7A90-7B8C-4250C71A70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F93F9C-CE14-7734-482E-404FBEEC2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Example 1: Pattern you can reuse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583B5C-5DD3-0EB3-3218-73155DA978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dirty="0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EA823AA-893B-0060-FFDE-DE0CDCBBBF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38195"/>
            <a:ext cx="7772400" cy="6345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06646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Example 1: Labeler</a:t>
            </a:r>
          </a:p>
        </p:txBody>
      </p:sp>
      <p:pic>
        <p:nvPicPr>
          <p:cNvPr id="7" name="Content Placeholder 6" descr="A screenshot of a chat&#10;&#10;AI-generated content may be incorrect.">
            <a:extLst>
              <a:ext uri="{FF2B5EF4-FFF2-40B4-BE49-F238E27FC236}">
                <a16:creationId xmlns:a16="http://schemas.microsoft.com/office/drawing/2014/main" id="{63A336CE-3271-573C-6A18-B779DF67A4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3541" y="1417638"/>
            <a:ext cx="8736917" cy="4234670"/>
          </a:xfr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1: What it enabled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Read </a:t>
            </a:r>
            <a:r>
              <a:rPr lang="en-US" dirty="0"/>
              <a:t>conversations</a:t>
            </a:r>
            <a:r>
              <a:rPr dirty="0"/>
              <a:t> like </a:t>
            </a:r>
            <a:r>
              <a:rPr lang="en-US" dirty="0"/>
              <a:t>a chat</a:t>
            </a:r>
          </a:p>
          <a:p>
            <a:r>
              <a:rPr lang="en-US" dirty="0"/>
              <a:t>Time spent labeling cut in half</a:t>
            </a:r>
          </a:p>
          <a:p>
            <a:endParaRPr lang="en-US" dirty="0"/>
          </a:p>
          <a:p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Example 1: Pattern you can reuse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lang="en-US" dirty="0"/>
              <a:t>Transform tabular data to be easier to view/use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Example 2: Time-Window Explorer (UI highlights)</a:t>
            </a:r>
          </a:p>
        </p:txBody>
      </p:sp>
      <p:pic>
        <p:nvPicPr>
          <p:cNvPr id="5" name="Content Placeholder 4" descr="A screenshot of a graph&#10;&#10;AI-generated content may be incorrect.">
            <a:extLst>
              <a:ext uri="{FF2B5EF4-FFF2-40B4-BE49-F238E27FC236}">
                <a16:creationId xmlns:a16="http://schemas.microsoft.com/office/drawing/2014/main" id="{C961121C-BB0B-6CA3-E902-2883D1AD38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2045014"/>
            <a:ext cx="8229600" cy="3636334"/>
          </a:xfr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B73813-D20E-04FA-38EC-3D4810EA4A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0ED9A9-6E34-1D12-825E-6559AE380B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Example 2: Time-Window Explorer (UI highlights)</a:t>
            </a:r>
          </a:p>
        </p:txBody>
      </p:sp>
      <p:pic>
        <p:nvPicPr>
          <p:cNvPr id="11" name="Content Placeholder 10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DA7716D4-5208-435D-80B3-DE523BD2C5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2155796"/>
            <a:ext cx="8229600" cy="3414771"/>
          </a:xfrm>
        </p:spPr>
      </p:pic>
    </p:spTree>
    <p:extLst>
      <p:ext uri="{BB962C8B-B14F-4D97-AF65-F5344CB8AC3E}">
        <p14:creationId xmlns:p14="http://schemas.microsoft.com/office/powerpoint/2010/main" val="13460707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53B8C7-1596-A339-C761-018158DF53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394D0F-E253-6FCA-509D-586FCEA13F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Example 2: Time-Window Explorer (UI highlights)</a:t>
            </a:r>
          </a:p>
        </p:txBody>
      </p:sp>
      <p:pic>
        <p:nvPicPr>
          <p:cNvPr id="6" name="Content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FE3DF44-5314-7640-E674-8CA2840655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2189599"/>
            <a:ext cx="8229600" cy="3347165"/>
          </a:xfrm>
        </p:spPr>
      </p:pic>
    </p:spTree>
    <p:extLst>
      <p:ext uri="{BB962C8B-B14F-4D97-AF65-F5344CB8AC3E}">
        <p14:creationId xmlns:p14="http://schemas.microsoft.com/office/powerpoint/2010/main" val="35531562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2: What it enabled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lang="en-US" dirty="0"/>
              <a:t>Observe how the data changes during cleaning</a:t>
            </a:r>
            <a:endParaRPr dirty="0"/>
          </a:p>
          <a:p>
            <a:r>
              <a:rPr lang="en-US" dirty="0"/>
              <a:t>Inspect outliers or anomalies without needing to hunt them down in Excel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2: Patterns you can reuse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lang="en-US" dirty="0"/>
              <a:t>Interactive charts and graphs with filters</a:t>
            </a:r>
            <a:endParaRPr dirty="0"/>
          </a:p>
          <a:p>
            <a:r>
              <a:rPr lang="en-US" dirty="0"/>
              <a:t>Window to inspect data granularly </a:t>
            </a:r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Example </a:t>
            </a:r>
            <a:r>
              <a:rPr lang="en-US" dirty="0"/>
              <a:t>3: Industry classification</a:t>
            </a:r>
            <a:endParaRPr dirty="0"/>
          </a:p>
        </p:txBody>
      </p:sp>
      <p:pic>
        <p:nvPicPr>
          <p:cNvPr id="9" name="Content Placeholder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A8588C5-0624-D2CB-5332-27453E5B0D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08802" y="1171056"/>
            <a:ext cx="5326396" cy="5412306"/>
          </a:xfr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248BA1-689C-3268-F73D-66C620A0CA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C9B5B4-1444-0749-B43D-BDA2E89719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Example </a:t>
            </a:r>
            <a:r>
              <a:rPr lang="en-US" dirty="0"/>
              <a:t>3: Industry classification</a:t>
            </a:r>
            <a:endParaRPr dirty="0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B7D94BA-1A97-2367-37DB-BF05A6692D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25910" y="1645919"/>
            <a:ext cx="9195820" cy="4099985"/>
          </a:xfrm>
        </p:spPr>
      </p:pic>
    </p:spTree>
    <p:extLst>
      <p:ext uri="{BB962C8B-B14F-4D97-AF65-F5344CB8AC3E}">
        <p14:creationId xmlns:p14="http://schemas.microsoft.com/office/powerpoint/2010/main" val="20928170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45636E-CB8E-9014-1B7A-17BA697A19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E047F-BCC5-22CD-6C2F-6B0AF51968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Example </a:t>
            </a:r>
            <a:r>
              <a:rPr lang="en-US" dirty="0"/>
              <a:t>3: What it enabled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A4BF6C-119A-0352-8966-A4AB372A18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lang="en-US" dirty="0"/>
              <a:t>Comparing two classifications of ~500 companies</a:t>
            </a:r>
          </a:p>
          <a:p>
            <a:r>
              <a:rPr lang="en-US" dirty="0"/>
              <a:t>Simplified communication of results with coworkers in meetings</a:t>
            </a:r>
          </a:p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725096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DE5B64-39F4-3E89-E342-A586614D44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80A242-0EA0-C327-4F04-7DF475636F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Example </a:t>
            </a:r>
            <a:r>
              <a:rPr lang="en-US" dirty="0"/>
              <a:t>3: Patterns you can reuse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E595F7-72FD-3ECF-518B-DE058A7466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lang="en-US" dirty="0"/>
              <a:t>Explore possible ways to visualize your data to find the best</a:t>
            </a:r>
          </a:p>
          <a:p>
            <a:pPr lvl="1"/>
            <a:r>
              <a:rPr lang="en-US" dirty="0"/>
              <a:t>These web apps are cheap and easy to make, so you can make lots of them and try lots of things</a:t>
            </a:r>
          </a:p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468960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0BDC8C-DE62-BBD2-ABAD-E01B24FA8D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5DD73-9906-BCAC-7F18-9D63D9BD9D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Prompting techniques: data briefing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152185-900B-9054-64CA-0F4542A74B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Describe schema: columns, types, what a row represents, units.</a:t>
            </a:r>
          </a:p>
          <a:p>
            <a:r>
              <a:rPr dirty="0"/>
              <a:t>Provide 2–5 sample rows to de-risk parsing.</a:t>
            </a:r>
          </a:p>
        </p:txBody>
      </p:sp>
    </p:spTree>
    <p:extLst>
      <p:ext uri="{BB962C8B-B14F-4D97-AF65-F5344CB8AC3E}">
        <p14:creationId xmlns:p14="http://schemas.microsoft.com/office/powerpoint/2010/main" val="39194040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Prompting techniques: project briefing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lang="en-US" dirty="0"/>
              <a:t>Explain your project</a:t>
            </a:r>
          </a:p>
          <a:p>
            <a:pPr lvl="1"/>
            <a:r>
              <a:rPr lang="en-US" dirty="0"/>
              <a:t>This context can help the AI avoid simple mistakes</a:t>
            </a:r>
          </a:p>
          <a:p>
            <a:r>
              <a:rPr lang="en-US" dirty="0"/>
              <a:t>Explain your objective for the current task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Prompting techniques: </a:t>
            </a:r>
            <a:r>
              <a:rPr lang="en-US" dirty="0"/>
              <a:t>defining deliverables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lang="en-US" dirty="0"/>
              <a:t>Be explicit about a few deliverables, like a bar chart with </a:t>
            </a:r>
            <a:r>
              <a:rPr lang="en-US" dirty="0" err="1"/>
              <a:t>xyz</a:t>
            </a:r>
            <a:r>
              <a:rPr lang="en-US" dirty="0"/>
              <a:t> columns</a:t>
            </a:r>
          </a:p>
          <a:p>
            <a:r>
              <a:rPr lang="en-US"/>
              <a:t>Keep it </a:t>
            </a:r>
            <a:r>
              <a:rPr lang="en-US" dirty="0"/>
              <a:t>simple, start small</a:t>
            </a:r>
            <a:endParaRPr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on GitHub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 err="1"/>
              <a:t>github.com</a:t>
            </a:r>
            <a:r>
              <a:rPr lang="en-US" dirty="0"/>
              <a:t>/</a:t>
            </a:r>
            <a:r>
              <a:rPr lang="en-US" dirty="0" err="1"/>
              <a:t>conormackey</a:t>
            </a:r>
            <a:r>
              <a:rPr lang="en-US" dirty="0"/>
              <a:t>/disposable-webapps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1121</TotalTime>
  <Words>367</Words>
  <Application>Microsoft Macintosh PowerPoint</Application>
  <PresentationFormat>On-screen Show (4:3)</PresentationFormat>
  <Paragraphs>62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Disposable Web Apps with LLMs</vt:lpstr>
      <vt:lpstr>LLMs unlock new human capabilities</vt:lpstr>
      <vt:lpstr>”Disposable” webapps</vt:lpstr>
      <vt:lpstr>Disclaimer: sensitive data</vt:lpstr>
      <vt:lpstr>Example 1: Pattern you can reuse</vt:lpstr>
      <vt:lpstr>Example 1: Labeler</vt:lpstr>
      <vt:lpstr>Example 1: What it enabled</vt:lpstr>
      <vt:lpstr>Example 1: Pattern you can reuse</vt:lpstr>
      <vt:lpstr>Example 2: Time-Window Explorer (UI highlights)</vt:lpstr>
      <vt:lpstr>Example 2: Time-Window Explorer (UI highlights)</vt:lpstr>
      <vt:lpstr>Example 2: Time-Window Explorer (UI highlights)</vt:lpstr>
      <vt:lpstr>Example 2: What it enabled</vt:lpstr>
      <vt:lpstr>Example 2: Patterns you can reuse</vt:lpstr>
      <vt:lpstr>Example 3: Industry classification</vt:lpstr>
      <vt:lpstr>Example 3: Industry classification</vt:lpstr>
      <vt:lpstr>Example 3: What it enabled</vt:lpstr>
      <vt:lpstr>Example 3: Patterns you can reuse</vt:lpstr>
      <vt:lpstr>Prompting techniques: data briefing</vt:lpstr>
      <vt:lpstr>Prompting techniques: project briefing</vt:lpstr>
      <vt:lpstr>Prompting techniques: defining deliverables</vt:lpstr>
      <vt:lpstr>More on GitHub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Mackey, Conor</cp:lastModifiedBy>
  <cp:revision>5</cp:revision>
  <dcterms:created xsi:type="dcterms:W3CDTF">2013-01-27T09:14:16Z</dcterms:created>
  <dcterms:modified xsi:type="dcterms:W3CDTF">2025-12-16T17:15:38Z</dcterms:modified>
  <cp:category/>
</cp:coreProperties>
</file>